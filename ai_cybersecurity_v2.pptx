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378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0"/>
            <a:ext cx="475488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1097280" cy="5143500"/>
          </a:xfrm>
          <a:prstGeom prst="rect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3474720"/>
            <a:ext cx="1828800" cy="1828800"/>
          </a:xfrm>
          <a:prstGeom prst="ellipse">
            <a:avLst/>
          </a:prstGeom>
          <a:solidFill>
            <a:srgbClr val="1C1C2E">
              <a:alpha val="40000"/>
            </a:srgbClr>
          </a:solidFill>
          <a:ln w="12700">
            <a:solidFill>
              <a:srgbClr val="1C1C2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4320"/>
            <a:ext cx="1645920" cy="164592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3200400"/>
            <a:ext cx="914400" cy="914400"/>
          </a:xfrm>
          <a:prstGeom prst="ellipse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800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Cybersecurity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325880"/>
            <a:ext cx="3474720" cy="0"/>
          </a:xfrm>
          <a:prstGeom prst="line">
            <a:avLst/>
          </a:prstGeom>
          <a:noFill/>
          <a:ln w="12700">
            <a:solidFill>
              <a:srgbClr val="889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17556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1508760"/>
            <a:ext cx="3474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554481"/>
            <a:ext cx="3840480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2585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1.Abhilasha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wakadkar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2.Suhani Tripathy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3.Anushri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Tekade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4.Samruddhi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Redkar</a:t>
            </a: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5.Anjali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bendga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6.Nishita Shetty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3175498"/>
            <a:ext cx="3474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49038"/>
            <a:ext cx="3840480" cy="253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0" y="3364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u2u Internship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0" y="448056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480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Cybersecurity  •  AI  •  Real-Time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2D0A14"/>
          </a:solidFill>
          <a:ln w="1905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789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are overwhelmed by the sheer volume of cybersecurity alerts. Manually reviewing every incident is slow, error-prone, and dangerously reactive.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5303520" cy="2240280"/>
          </a:xfrm>
          <a:prstGeom prst="roundRect">
            <a:avLst>
              <a:gd name="adj" fmla="val 4082"/>
            </a:avLst>
          </a:prstGeom>
          <a:solidFill>
            <a:srgbClr val="0A2218"/>
          </a:solidFill>
          <a:ln w="1905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791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chatbot specifically for cybersecurity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natural language incident descriptions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instant AI-driven analysis &amp; responses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understand and act on incidents fast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user to AI and back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08760" cy="2331720"/>
          </a:xfrm>
          <a:prstGeom prst="roundRect">
            <a:avLst>
              <a:gd name="adj" fmla="val 848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5237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7373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B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09928" y="192024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1097280"/>
            <a:ext cx="1508760" cy="2331720"/>
          </a:xfrm>
          <a:prstGeom prst="roundRect">
            <a:avLst>
              <a:gd name="adj" fmla="val 848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⚛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19019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5237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7373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B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55848" y="192024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097280"/>
            <a:ext cx="1508760" cy="2331720"/>
          </a:xfrm>
          <a:prstGeom prst="roundRect">
            <a:avLst>
              <a:gd name="adj" fmla="val 8485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66160" y="19019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5237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17373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B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1768" y="192024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1097280"/>
            <a:ext cx="1508760" cy="2331720"/>
          </a:xfrm>
          <a:prstGeom prst="roundRect">
            <a:avLst>
              <a:gd name="adj" fmla="val 8485"/>
            </a:avLst>
          </a:prstGeom>
          <a:solidFill>
            <a:srgbClr val="0D5E4F"/>
          </a:solidFill>
          <a:ln w="12700">
            <a:solidFill>
              <a:srgbClr val="0D5E4F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6636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212080" y="19019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5237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17373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BB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47688" y="192024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1097280"/>
            <a:ext cx="1508760" cy="2331720"/>
          </a:xfrm>
          <a:prstGeom prst="roundRect">
            <a:avLst>
              <a:gd name="adj" fmla="val 848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1228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58000" y="19019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25237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7490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432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incident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37490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9B59B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574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05740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request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94760" y="37490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8404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84048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37490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235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62356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analysis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60920" y="37490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FFD16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406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0664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shown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powering our AI cybersecurity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1371600" cy="1371600"/>
          </a:xfrm>
          <a:prstGeom prst="ellipse">
            <a:avLst/>
          </a:prstGeom>
          <a:solidFill>
            <a:srgbClr val="61DAFB">
              <a:alpha val="12000"/>
            </a:srgbClr>
          </a:solidFill>
          <a:ln w="12700">
            <a:solidFill>
              <a:srgbClr val="61DAFB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 w="15240">
            <a:solidFill>
              <a:srgbClr val="61DAFB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143000"/>
            <a:ext cx="1371600" cy="1371600"/>
          </a:xfrm>
          <a:prstGeom prst="ellipse">
            <a:avLst/>
          </a:prstGeom>
          <a:solidFill>
            <a:srgbClr val="009688">
              <a:alpha val="12000"/>
            </a:srgbClr>
          </a:solidFill>
          <a:ln w="12700">
            <a:solidFill>
              <a:srgbClr val="009688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09728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 w="15240">
            <a:solidFill>
              <a:srgbClr val="009688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176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143000"/>
            <a:ext cx="1371600" cy="1371600"/>
          </a:xfrm>
          <a:prstGeom prst="ellipse">
            <a:avLst/>
          </a:prstGeom>
          <a:solidFill>
            <a:srgbClr val="3776AB">
              <a:alpha val="12000"/>
            </a:srgbClr>
          </a:solidFill>
          <a:ln w="12700">
            <a:solidFill>
              <a:srgbClr val="3776AB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09728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 w="15240">
            <a:solidFill>
              <a:srgbClr val="3776AB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6280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176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143000"/>
            <a:ext cx="1371600" cy="13716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109728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 w="15240">
            <a:solidFill>
              <a:srgbClr val="A855F7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629400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176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AI Model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0" y="2971800"/>
            <a:ext cx="1371600" cy="1371600"/>
          </a:xfrm>
          <a:prstGeom prst="ellipse">
            <a:avLst/>
          </a:prstGeom>
          <a:solidFill>
            <a:srgbClr val="E44D26">
              <a:alpha val="12000"/>
            </a:srgbClr>
          </a:solidFill>
          <a:ln w="12700">
            <a:solidFill>
              <a:srgbClr val="E44D26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92608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 w="15240">
            <a:solidFill>
              <a:srgbClr val="E44D2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29992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371600" y="3639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40050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Structure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49040" y="2971800"/>
            <a:ext cx="1371600" cy="1371600"/>
          </a:xfrm>
          <a:prstGeom prst="ellipse">
            <a:avLst/>
          </a:prstGeom>
          <a:solidFill>
            <a:srgbClr val="F7DF1E">
              <a:alpha val="12000"/>
            </a:srgbClr>
          </a:solidFill>
          <a:ln w="12700">
            <a:solidFill>
              <a:srgbClr val="F7DF1E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92608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 w="15240">
            <a:solidFill>
              <a:srgbClr val="F7DF1E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29992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JS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474720" y="3639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40050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Scripting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2971800"/>
            <a:ext cx="1371600" cy="1371600"/>
          </a:xfrm>
          <a:prstGeom prst="ellipse">
            <a:avLst/>
          </a:prstGeom>
          <a:solidFill>
            <a:srgbClr val="E0E0E0">
              <a:alpha val="12000"/>
            </a:srgbClr>
          </a:solidFill>
          <a:ln w="12700">
            <a:solidFill>
              <a:srgbClr val="E0E0E0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292608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 w="15240">
            <a:solidFill>
              <a:srgbClr val="E0E0E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77840" y="29992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577840" y="3639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40050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Communication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Connect the frontend and backend so incidents reach the AI instantly.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1508760"/>
            <a:ext cx="0" cy="324612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563624"/>
            <a:ext cx="237744" cy="237744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444752"/>
            <a:ext cx="7132320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270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472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🖥 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48840" y="1490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17190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input box for analysts to describe security incidents.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15568" y="2249424"/>
            <a:ext cx="237744" cy="23774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2130552"/>
            <a:ext cx="7132320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2700">
            <a:solidFill>
              <a:srgbClr val="E07B39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1640" y="2157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📡 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4884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24048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incident data to backend via HTTP POST request.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15568" y="2935224"/>
            <a:ext cx="237744" cy="23774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2816352"/>
            <a:ext cx="7132320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2700">
            <a:solidFill>
              <a:srgbClr val="FFD16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2843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🔗 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2862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30906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fetch() handles async communication—no page reload.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15568" y="3621024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02152"/>
            <a:ext cx="7132320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9164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📦 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4884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Communication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48840" y="37764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exchanged in structured JSON format for easy parsing.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15568" y="4306824"/>
            <a:ext cx="237744" cy="23774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4187952"/>
            <a:ext cx="7132320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270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69164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✅ 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148840" y="4233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48840" y="44622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analysis rendered immediately in the chat interface.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AI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1A2744"/>
          </a:solidFill>
          <a:ln w="12700">
            <a:solidFill>
              <a:srgbClr val="2A3A5A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2615184" cy="347472"/>
          </a:xfrm>
          <a:prstGeom prst="roundRect">
            <a:avLst>
              <a:gd name="adj" fmla="val 1578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4475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7647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2615184" cy="347472"/>
          </a:xfrm>
          <a:prstGeom prst="roundRect">
            <a:avLst>
              <a:gd name="adj" fmla="val 1578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0195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22219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359152"/>
            <a:ext cx="2615184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5915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6791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2816352"/>
            <a:ext cx="2615184" cy="347472"/>
          </a:xfrm>
          <a:prstGeom prst="roundRect">
            <a:avLst>
              <a:gd name="adj" fmla="val 1578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81635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31363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273552"/>
            <a:ext cx="2615184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7355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3593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3730752"/>
            <a:ext cx="2615184" cy="347472"/>
          </a:xfrm>
          <a:prstGeom prst="roundRect">
            <a:avLst>
              <a:gd name="adj" fmla="val 1578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3075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40507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4187952"/>
            <a:ext cx="2615184" cy="347472"/>
          </a:xfrm>
          <a:prstGeom prst="roundRect">
            <a:avLst>
              <a:gd name="adj" fmla="val 1578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18795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960120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31920" y="1005840"/>
            <a:ext cx="566928" cy="5669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1005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1024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Prompt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17720" y="12984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receives the analyst's incident description from the frontend.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1929384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9B59B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31920" y="1975104"/>
            <a:ext cx="566928" cy="56692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1975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1993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Groq AI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17720" y="22677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forwarded to Groq's Llama model for intelligent analysis.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0" y="2898648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931920" y="2944368"/>
            <a:ext cx="566928" cy="5669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2944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7720" y="29626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17720" y="323697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incident type, severity level, and recommended actions.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3867912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931920" y="3913632"/>
            <a:ext cx="566928" cy="5669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3913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17720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Response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17720" y="4206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response travels back and gets displayed to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Documentation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</a:t>
            </a: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Analyze a cybersecurity incident using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60520" cy="3200400"/>
          </a:xfrm>
          <a:prstGeom prst="roundRect">
            <a:avLst>
              <a:gd name="adj" fmla="val 34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3736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3736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73736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86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402336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"prompt": "What is phishing?"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02336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3814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POST  ·  URL: /api/chat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73736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48072" y="173736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4104" y="173736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719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86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029968"/>
            <a:ext cx="402336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031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"response": "Phishing is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of cyberattack..."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291840"/>
            <a:ext cx="402336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200 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400 Bad Request (empty prompt)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858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JSON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889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Llama model for smart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9B59B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97280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frontend-backend link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0584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97280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Python server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59152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59152"/>
            <a:ext cx="26517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50592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Assistance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816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security teams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359152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FFD16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359152"/>
            <a:ext cx="26517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450592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9476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2816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 &amp; mobile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359152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E07B39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359152"/>
            <a:ext cx="265176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450592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2816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README, API docs, architecture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813048"/>
            <a:ext cx="8503920" cy="1051560"/>
          </a:xfrm>
          <a:prstGeom prst="roundRect">
            <a:avLst>
              <a:gd name="adj" fmla="val 8696"/>
            </a:avLst>
          </a:prstGeom>
          <a:solidFill>
            <a:srgbClr val="0A1628"/>
          </a:solidFill>
          <a:ln w="19050">
            <a:solidFill>
              <a:srgbClr val="FFD16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3858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Roadmap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18795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1879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67128" y="418795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67128" y="41879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System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31336" y="418795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1336" y="41879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Database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95544" y="418795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95544" y="41879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59752" y="418795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9752" y="41879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05156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05156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u2u-internship-project/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176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backend/app.py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50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backend/ai_model.py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724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frontend/ (HTML+CSS+JS)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273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sample_incidents.json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47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reports/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README.md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96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deployment/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370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requirements.txt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91440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73752" y="960120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987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126187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diagram showing how Frontend, Backend, and Groq AI connect.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883664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9B59B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73752" y="192938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19568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23113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reference, request/response examples, error codes.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852928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73752" y="2898648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3212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Files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320040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folder has a README explaining what's inside and why.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822192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1A2744"/>
          </a:solidFill>
          <a:ln w="1524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73752" y="386791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32120" y="3895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416966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Flask + HTML/JS app with working fallback AI mode.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C1C2E">
              <a:alpha val="30000"/>
            </a:srgbClr>
          </a:solidFill>
          <a:ln w="12700">
            <a:solidFill>
              <a:srgbClr val="1C1C2E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SION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840480" y="228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86868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5240">
            <a:solidFill>
              <a:srgbClr val="E9456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0" y="914400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9326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Communication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20700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connected to FastAPI backend with a full REST API.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8288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5240">
            <a:solidFill>
              <a:srgbClr val="00B4D8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18745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8928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Integration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167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(Llama) integrated for real-time cybersecurity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78892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5240">
            <a:solidFill>
              <a:srgbClr val="06D6A0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2834640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852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Cybersecurity Chatbot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1272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chatbot for security analysts to describe incidents.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5240">
            <a:solidFill>
              <a:srgbClr val="FFD166"/>
            </a:solidFill>
            <a:prstDash val="solid"/>
          </a:ln>
          <a:effectLst>
            <a:outerShdw blurRad="1270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3794760"/>
            <a:ext cx="548640" cy="5486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38130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40873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files, API docs, architecture diagram — all ready on GitHub.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4663440"/>
            <a:ext cx="5074920" cy="347472"/>
          </a:xfrm>
          <a:prstGeom prst="roundRect">
            <a:avLst>
              <a:gd name="adj" fmla="val 4210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66344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716</Words>
  <Application>Microsoft Office PowerPoint</Application>
  <PresentationFormat>On-screen Show (16:9)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Surabhi Tripathy</cp:lastModifiedBy>
  <cp:revision>3</cp:revision>
  <dcterms:created xsi:type="dcterms:W3CDTF">2026-07-04T20:28:54Z</dcterms:created>
  <dcterms:modified xsi:type="dcterms:W3CDTF">2026-07-05T12:35:08Z</dcterms:modified>
</cp:coreProperties>
</file>