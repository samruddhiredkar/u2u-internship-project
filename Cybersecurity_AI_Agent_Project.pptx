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96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8623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home/claude/icons/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6634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56032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for Cybersecurity Incident Response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371600" y="7498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 •  u2u Internship Program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EEF3F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02996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18928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5800" y="2377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security analysts respond to incidents faster with clear, AI-guided response steps.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26480" y="1691640"/>
            <a:ext cx="5349240" cy="1600200"/>
          </a:xfrm>
          <a:prstGeom prst="roundRect">
            <a:avLst>
              <a:gd name="adj" fmla="val 4571"/>
            </a:avLst>
          </a:prstGeom>
          <a:solidFill>
            <a:srgbClr val="EEF3FE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550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icons/clipbo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2029968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95160" y="189280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355080" y="23774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dig through documentation under pressure during an incident, causing costly delays.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45720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457200" y="39319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408176" y="4096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icons/react_logo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5336" y="4233672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" y="480060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48640" y="50474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182112" y="39319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133088" y="4096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/home/claude/icons/serv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0248" y="423367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273552" y="480060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3273552" y="50474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907024" y="39319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858000" y="4096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/home/claude/icons/brain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95160" y="4233672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998464" y="480060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/ API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5998464" y="50474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(Llama 3.1)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631936" y="39319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9582912" y="4096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6" descr="/home/claude/icons/datab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0072" y="4233672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723376" y="480060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8723376" y="5047488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457200" y="562356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39" name="Shape 30"/>
          <p:cNvSpPr/>
          <p:nvPr/>
        </p:nvSpPr>
        <p:spPr>
          <a:xfrm>
            <a:off x="685800" y="576072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0" name="Image 7" descr="/home/claude/icons/usershield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5861304"/>
            <a:ext cx="301752" cy="30175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325880" y="5715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200" dirty="0"/>
          </a:p>
        </p:txBody>
      </p:sp>
      <p:sp>
        <p:nvSpPr>
          <p:cNvPr id="42" name="Text 32"/>
          <p:cNvSpPr/>
          <p:nvPr/>
        </p:nvSpPr>
        <p:spPr>
          <a:xfrm>
            <a:off x="1325880" y="5971032"/>
            <a:ext cx="1017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AI agent that delivers clear, playbook-based response steps for reported incidents in real time.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for Cybersecurity Incident Response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home/claude/icons/user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466344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EEF3FE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6916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U2U INTERNSHIP PROJECT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1691640"/>
            <a:ext cx="5349240" cy="594360"/>
          </a:xfrm>
          <a:prstGeom prst="roundRect">
            <a:avLst>
              <a:gd name="adj" fmla="val 15385"/>
            </a:avLst>
          </a:prstGeom>
          <a:solidFill>
            <a:srgbClr val="EEF3FE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169164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Number:  </a:t>
            </a: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[Group No:101.]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2514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2898648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920240" y="308152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userti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21868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3858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1:Suhani Tripathy]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42816" y="2898648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05856" y="308152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icons/userti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21868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79976" y="3858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2:Nishita Shetty]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028432" y="2898648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91472" y="308152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userti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3218688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65592" y="38587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3: Samruddhi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redkar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57200" y="4562856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920240" y="474573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/home/claude/icons/userti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882896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94360" y="5522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4: Anjali Bendga]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242816" y="4562856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705856" y="474573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5" descr="/home/claude/icons/userti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4882896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379976" y="5522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5:Abhilasha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Wakadkar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8028432" y="4562856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blurRad="635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9491472" y="474573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/home/claude/icons/userti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8632" y="4882896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165592" y="552297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 Member 6: Anushri </a:t>
            </a:r>
            <a:r>
              <a:rPr lang="en-US" sz="13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Tekade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for Cybersecurity Incident Response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Four-tier client-server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3796" y="16002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3876" y="176479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/home/claude/icons/user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036" y="19019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6948" y="2468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10612" y="2185416"/>
            <a:ext cx="246888" cy="201168"/>
          </a:xfrm>
          <a:prstGeom prst="rightArrow">
            <a:avLst/>
          </a:prstGeom>
          <a:solidFill>
            <a:srgbClr val="6B7590"/>
          </a:solidFill>
          <a:ln/>
        </p:spPr>
      </p:sp>
      <p:sp>
        <p:nvSpPr>
          <p:cNvPr id="10" name="Shape 7"/>
          <p:cNvSpPr/>
          <p:nvPr/>
        </p:nvSpPr>
        <p:spPr>
          <a:xfrm>
            <a:off x="2894076" y="16002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4156" y="17647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icons/react_logo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316" y="190195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67228" y="2468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(React)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50892" y="2185416"/>
            <a:ext cx="246888" cy="201168"/>
          </a:xfrm>
          <a:prstGeom prst="rightArrow">
            <a:avLst/>
          </a:prstGeom>
          <a:solidFill>
            <a:srgbClr val="6B7590"/>
          </a:solidFill>
          <a:ln/>
        </p:spPr>
      </p:sp>
      <p:sp>
        <p:nvSpPr>
          <p:cNvPr id="15" name="Shape 11"/>
          <p:cNvSpPr/>
          <p:nvPr/>
        </p:nvSpPr>
        <p:spPr>
          <a:xfrm>
            <a:off x="5134356" y="16002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74436" y="176479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/home/claude/icons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596" y="190195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07508" y="2468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(FastAPI)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091172" y="2185416"/>
            <a:ext cx="246888" cy="201168"/>
          </a:xfrm>
          <a:prstGeom prst="rightArrow">
            <a:avLst/>
          </a:prstGeom>
          <a:solidFill>
            <a:srgbClr val="6B7590"/>
          </a:solidFill>
          <a:ln/>
        </p:spPr>
      </p:sp>
      <p:sp>
        <p:nvSpPr>
          <p:cNvPr id="20" name="Shape 15"/>
          <p:cNvSpPr/>
          <p:nvPr/>
        </p:nvSpPr>
        <p:spPr>
          <a:xfrm>
            <a:off x="7374636" y="16002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E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014716" y="17647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876" y="190195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47788" y="2468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(RAG Engine)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331452" y="2185416"/>
            <a:ext cx="246888" cy="201168"/>
          </a:xfrm>
          <a:prstGeom prst="rightArrow">
            <a:avLst/>
          </a:prstGeom>
          <a:solidFill>
            <a:srgbClr val="6B7590"/>
          </a:solidFill>
          <a:ln/>
        </p:spPr>
      </p:sp>
      <p:sp>
        <p:nvSpPr>
          <p:cNvPr id="25" name="Shape 19"/>
          <p:cNvSpPr/>
          <p:nvPr/>
        </p:nvSpPr>
        <p:spPr>
          <a:xfrm>
            <a:off x="9614916" y="160020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0254996" y="176479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4" descr="/home/claude/icons/databas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2156" y="190195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88068" y="2468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(SQLite)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608076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reports an incident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2848356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Chat-style UI captures the incident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5088636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&amp; routes the request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328916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playbooks &amp; CVE data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9569196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incidents &amp; network logs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457200" y="4434840"/>
            <a:ext cx="11274552" cy="1737360"/>
          </a:xfrm>
          <a:prstGeom prst="roundRect">
            <a:avLst>
              <a:gd name="adj" fmla="val 4211"/>
            </a:avLst>
          </a:prstGeom>
          <a:solidFill>
            <a:srgbClr val="EEF3FE"/>
          </a:solidFill>
          <a:ln/>
        </p:spPr>
      </p:sp>
      <p:sp>
        <p:nvSpPr>
          <p:cNvPr id="35" name="Text 28"/>
          <p:cNvSpPr/>
          <p:nvPr/>
        </p:nvSpPr>
        <p:spPr>
          <a:xfrm>
            <a:off x="685800" y="4572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Each Component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685800" y="4965192"/>
            <a:ext cx="5408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– submits incident details through the browser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6323076" y="4965192"/>
            <a:ext cx="5408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– provides the chat UI and shows AI results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685800" y="5349240"/>
            <a:ext cx="5408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– validates requests and orchestrates logic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6323076" y="5349240"/>
            <a:ext cx="5408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(RAG) – reads playbooks &amp; CVE data to generate a response</a:t>
            </a:r>
            <a:endParaRPr lang="en-US" sz="1050" dirty="0"/>
          </a:p>
        </p:txBody>
      </p:sp>
      <p:sp>
        <p:nvSpPr>
          <p:cNvPr id="40" name="Text 33"/>
          <p:cNvSpPr/>
          <p:nvPr/>
        </p:nvSpPr>
        <p:spPr>
          <a:xfrm>
            <a:off x="685800" y="5733288"/>
            <a:ext cx="54086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– stores historical incidents and network logs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for Cybersecurity Incident Response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5029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home/claude/icons/exchang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667512"/>
            <a:ext cx="493776" cy="493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11480" y="2377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query moves through the system, step by step.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566160" y="5029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59436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6616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206240" y="44805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Login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206240" y="7589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signs in to the app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794760" y="960120"/>
            <a:ext cx="0" cy="416052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66160" y="13761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46761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66160" y="13761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206240" y="13213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Query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206240" y="16322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types the incident details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794760" y="1833372"/>
            <a:ext cx="0" cy="416052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566160" y="2249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2340864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566160" y="2249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206240" y="21945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Sends Request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206240" y="250545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posts the query to the API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794760" y="2706624"/>
            <a:ext cx="0" cy="416052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566160" y="312267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21411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566160" y="31226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206240" y="30678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Processes Request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206240" y="33787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validates &amp; adds context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794760" y="3579876"/>
            <a:ext cx="0" cy="416052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566160" y="3995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5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08736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6616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4206240" y="39410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Generates Response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206240" y="4251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matches playbooks &amp; CVE data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3794760" y="4453128"/>
            <a:ext cx="0" cy="416052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3566160" y="48691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8" name="Image 6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4960620"/>
            <a:ext cx="274320" cy="2743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3566160" y="4869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4206240" y="48143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Stores Chat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4206240" y="51252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logs the incident record</a:t>
            </a:r>
            <a:endParaRPr lang="en-US" sz="1050" dirty="0"/>
          </a:p>
        </p:txBody>
      </p:sp>
      <p:sp>
        <p:nvSpPr>
          <p:cNvPr id="42" name="Shape 33"/>
          <p:cNvSpPr/>
          <p:nvPr/>
        </p:nvSpPr>
        <p:spPr>
          <a:xfrm>
            <a:off x="3794760" y="5326380"/>
            <a:ext cx="0" cy="416052"/>
          </a:xfrm>
          <a:prstGeom prst="line">
            <a:avLst/>
          </a:prstGeom>
          <a:noFill/>
          <a:ln w="22225">
            <a:solidFill>
              <a:srgbClr val="CADCFC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3566160" y="574243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4" name="Image 7" descr="/home/claude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5833872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3566160" y="5742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6" name="Text 36"/>
          <p:cNvSpPr/>
          <p:nvPr/>
        </p:nvSpPr>
        <p:spPr>
          <a:xfrm>
            <a:off x="4206240" y="56875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Displayed to User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4206240" y="59984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AI analysis appears in UI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for Cybersecurity Incident Response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011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home/claude/icons/fold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8328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5120640" cy="5120640"/>
          </a:xfrm>
          <a:prstGeom prst="roundRect">
            <a:avLst>
              <a:gd name="adj" fmla="val 1429"/>
            </a:avLst>
          </a:prstGeom>
          <a:solidFill>
            <a:srgbClr val="12184A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508760"/>
            <a:ext cx="45720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frontend/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src/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public/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src/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main.py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data_cleaning.ipynb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data/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incidents.xlsx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playbooks.json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cve_data.json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data_raw/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incidents_db_raw.csv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reports/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architecture &amp; API docs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deployment/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+-- incident_response.db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README.md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requirements.txt</a:t>
            </a:r>
            <a:endParaRPr lang="en-US" sz="11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 .env.example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943600" y="128016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Folder Does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0" y="1737360"/>
            <a:ext cx="457200" cy="4572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0" name="Image 1" descr="/home/claude/icons/react_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8288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37960" y="169164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frontend/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537960" y="1975104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— React chat UI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943600" y="2450592"/>
            <a:ext cx="457200" cy="4572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4" name="Image 2" descr="/home/claude/icons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54203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37960" y="2404872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537960" y="2688336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— FastAPI app &amp; AI request handling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943600" y="3163824"/>
            <a:ext cx="457200" cy="4572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18" name="Image 3" descr="/home/claude/icons/fil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325526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7960" y="3118104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537960" y="3401568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— playbooks, CVEs, incident logs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943600" y="3877056"/>
            <a:ext cx="457200" cy="4572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22" name="Image 4" descr="/home/claude/icons/clipboard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3968496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537960" y="383133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reports/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537960" y="4114800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— architecture, API &amp; data reports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943600" y="4590288"/>
            <a:ext cx="457200" cy="4572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26" name="Image 5" descr="/home/claude/icons/databas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4681728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537960" y="4544568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deployment/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6537960" y="4828032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of incidents &amp; network logs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943600" y="5303520"/>
            <a:ext cx="457200" cy="457200"/>
          </a:xfrm>
          <a:prstGeom prst="ellipse">
            <a:avLst/>
          </a:prstGeom>
          <a:solidFill>
            <a:srgbClr val="EEF3FE"/>
          </a:solidFill>
          <a:ln/>
        </p:spPr>
      </p:sp>
      <p:pic>
        <p:nvPicPr>
          <p:cNvPr id="30" name="Image 6" descr="/home/claude/icons/check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5040" y="539496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537960" y="525780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6537960" y="5541264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setup instructions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for Cybersecurity Incident Response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544</Words>
  <Application>Microsoft Office PowerPoint</Application>
  <PresentationFormat>Widescreen</PresentationFormat>
  <Paragraphs>125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Surabhi Tripathy</cp:lastModifiedBy>
  <cp:revision>2</cp:revision>
  <dcterms:created xsi:type="dcterms:W3CDTF">2026-07-12T06:35:37Z</dcterms:created>
  <dcterms:modified xsi:type="dcterms:W3CDTF">2026-07-12T07:39:35Z</dcterms:modified>
</cp:coreProperties>
</file>